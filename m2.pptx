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7" r:id="rId3"/>
    <p:sldId id="266" r:id="rId4"/>
    <p:sldId id="258" r:id="rId5"/>
    <p:sldId id="260" r:id="rId6"/>
    <p:sldId id="261" r:id="rId7"/>
    <p:sldId id="267" r:id="rId8"/>
    <p:sldId id="262" r:id="rId9"/>
    <p:sldId id="263" r:id="rId10"/>
    <p:sldId id="268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4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Memory Management </a:t>
            </a:r>
            <a:r>
              <a:rPr lang="en-US" sz="4000" dirty="0"/>
              <a:t>optimization strategies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optimization is the efficient use of memory in a program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helps reduce memory wastage and improves </a:t>
            </a:r>
            <a:r>
              <a:rPr lang="en-US" dirty="0" smtClean="0"/>
              <a:t>performance.</a:t>
            </a:r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ensures proper allocation and deallocation of memory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prevents problems like memory leaks and fragmentation.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dirty="0" smtClean="0"/>
              <a:t>What is Memory Optimization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It is the process of:</a:t>
            </a:r>
          </a:p>
          <a:p>
            <a:pPr marL="0" indent="0">
              <a:buNone/>
            </a:pPr>
            <a:r>
              <a:rPr lang="en-US" dirty="0" smtClean="0"/>
              <a:t>          Reducing </a:t>
            </a:r>
            <a:r>
              <a:rPr lang="en-US" dirty="0"/>
              <a:t>unnecessary memory usage </a:t>
            </a:r>
          </a:p>
          <a:p>
            <a:pPr marL="0" indent="0">
              <a:buNone/>
            </a:pPr>
            <a:r>
              <a:rPr lang="en-US" dirty="0" smtClean="0"/>
              <a:t>       </a:t>
            </a:r>
            <a:r>
              <a:rPr lang="en-US" dirty="0" smtClean="0"/>
              <a:t>   </a:t>
            </a:r>
            <a:r>
              <a:rPr lang="en-US" dirty="0" smtClean="0"/>
              <a:t>Improving </a:t>
            </a:r>
            <a:r>
              <a:rPr lang="en-US" dirty="0"/>
              <a:t>allocation/deallocation </a:t>
            </a:r>
            <a:r>
              <a:rPr lang="en-US" dirty="0" smtClean="0"/>
              <a:t>efficiency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Preventing </a:t>
            </a:r>
            <a:r>
              <a:rPr lang="en-US" dirty="0"/>
              <a:t>memory leaks and fragmentation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191491" y="2978727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184564" y="3422073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191491" y="3823856"/>
            <a:ext cx="318654" cy="290946"/>
          </a:xfrm>
          <a:prstGeom prst="rightArrow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0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Management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memory management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Dynamic allocation functions.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Free function.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Programmer controls allocation and deallocation.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Types</a:t>
            </a:r>
            <a:r>
              <a:rPr lang="en-US" dirty="0" smtClean="0"/>
              <a:t> of memory</a:t>
            </a:r>
            <a:r>
              <a:rPr dirty="0" smtClean="0"/>
              <a:t> </a:t>
            </a:r>
            <a:r>
              <a:rPr dirty="0"/>
              <a:t>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51709"/>
            <a:ext cx="6711654" cy="4696697"/>
          </a:xfrm>
        </p:spPr>
        <p:txBody>
          <a:bodyPr/>
          <a:lstStyle/>
          <a:p>
            <a:r>
              <a:rPr dirty="0"/>
              <a:t>1. Static </a:t>
            </a:r>
            <a:r>
              <a:rPr dirty="0" smtClean="0"/>
              <a:t>Allocation</a:t>
            </a:r>
            <a:r>
              <a:rPr lang="en-US" b="1" dirty="0" smtClean="0"/>
              <a:t>: </a:t>
            </a:r>
            <a:r>
              <a:rPr lang="en-US" dirty="0"/>
              <a:t>Static allocation is a type of memory allocation where memory is assigned at compile time (before the program runs), and its size cannot be changed later</a:t>
            </a:r>
            <a:r>
              <a:rPr lang="en-US" dirty="0" smtClean="0"/>
              <a:t>. For examples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int </a:t>
            </a:r>
            <a:r>
              <a:rPr lang="en-US" dirty="0"/>
              <a:t>a = 10;      // single </a:t>
            </a:r>
            <a:r>
              <a:rPr lang="en-US" dirty="0" smtClean="0"/>
              <a:t>variable.</a:t>
            </a:r>
            <a:endParaRPr lang="en-US" dirty="0"/>
          </a:p>
          <a:p>
            <a:r>
              <a:rPr lang="en-US" dirty="0" smtClean="0"/>
              <a:t>int </a:t>
            </a:r>
            <a:r>
              <a:rPr lang="en-US" dirty="0"/>
              <a:t>arr[5];      // fixed-size </a:t>
            </a:r>
            <a:r>
              <a:rPr lang="en-US" dirty="0" smtClean="0"/>
              <a:t>array.</a:t>
            </a:r>
          </a:p>
          <a:p>
            <a:pPr marL="0" indent="0">
              <a:buNone/>
            </a:pPr>
            <a:endParaRPr dirty="0" smtClean="0"/>
          </a:p>
          <a:p>
            <a:r>
              <a:rPr dirty="0"/>
              <a:t>2. Dynamic Allocation (Heap</a:t>
            </a:r>
            <a:r>
              <a:rPr dirty="0" smtClean="0"/>
              <a:t>)</a:t>
            </a:r>
            <a:r>
              <a:rPr lang="en-US" dirty="0" smtClean="0"/>
              <a:t>: </a:t>
            </a:r>
            <a:r>
              <a:rPr lang="en-US" dirty="0"/>
              <a:t>Dynamic Memory Allocation (DMA) means memory is allocated during program execution (runtime) and can be changed or freed whenever needed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23454"/>
            <a:ext cx="7055380" cy="1229793"/>
          </a:xfrm>
        </p:spPr>
        <p:txBody>
          <a:bodyPr/>
          <a:lstStyle/>
          <a:p>
            <a:r>
              <a:rPr dirty="0"/>
              <a:t>Functions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8"/>
            <a:ext cx="6711654" cy="3937952"/>
          </a:xfrm>
        </p:spPr>
        <p:txBody>
          <a:bodyPr/>
          <a:lstStyle/>
          <a:p>
            <a:r>
              <a:rPr lang="en-US" dirty="0" smtClean="0"/>
              <a:t>M</a:t>
            </a:r>
            <a:r>
              <a:rPr dirty="0" smtClean="0"/>
              <a:t>alloc</a:t>
            </a:r>
            <a:r>
              <a:rPr lang="en-US" dirty="0" smtClean="0"/>
              <a:t>():</a:t>
            </a:r>
            <a:r>
              <a:rPr lang="en-US" altLang="en-US" dirty="0" smtClean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>
                <a:latin typeface="Google Sans"/>
              </a:rPr>
              <a:t>Allocates a single block of uninitialized "garbage" memory of the specified byte </a:t>
            </a:r>
            <a:r>
              <a:rPr lang="en-US" altLang="en-US" dirty="0" smtClean="0">
                <a:latin typeface="Google Sans"/>
              </a:rPr>
              <a:t>size</a:t>
            </a:r>
          </a:p>
          <a:p>
            <a:endParaRPr lang="en-GB" dirty="0"/>
          </a:p>
          <a:p>
            <a:r>
              <a:rPr dirty="0" smtClean="0"/>
              <a:t>calloc()</a:t>
            </a:r>
            <a:r>
              <a:rPr lang="en-GB" dirty="0" smtClean="0"/>
              <a:t>:</a:t>
            </a:r>
            <a:r>
              <a:rPr lang="en-US" altLang="en-US" dirty="0">
                <a:latin typeface="Google Sans"/>
              </a:rPr>
              <a:t>Allocates memory for an array of </a:t>
            </a:r>
            <a:r>
              <a:rPr lang="en-US" altLang="en-US" dirty="0">
                <a:latin typeface="Arial Unicode MS"/>
              </a:rPr>
              <a:t>num</a:t>
            </a:r>
            <a:r>
              <a:rPr lang="en-US" altLang="en-US" dirty="0">
                <a:latin typeface="Google Sans"/>
              </a:rPr>
              <a:t> elements and initializes all bytes to </a:t>
            </a:r>
            <a:r>
              <a:rPr lang="en-US" altLang="en-US" dirty="0" smtClean="0">
                <a:latin typeface="Google Sans"/>
              </a:rPr>
              <a:t>zero.</a:t>
            </a:r>
            <a:endParaRPr lang="en-US" dirty="0" smtClean="0"/>
          </a:p>
          <a:p>
            <a:pPr marL="0" indent="0">
              <a:buNone/>
            </a:pPr>
            <a:endParaRPr lang="en-GB" dirty="0"/>
          </a:p>
          <a:p>
            <a:r>
              <a:rPr dirty="0"/>
              <a:t> free</a:t>
            </a:r>
            <a:r>
              <a:rPr dirty="0" smtClean="0"/>
              <a:t>()</a:t>
            </a:r>
            <a:r>
              <a:rPr lang="en-GB" dirty="0" smtClean="0"/>
              <a:t>: </a:t>
            </a:r>
            <a:r>
              <a:rPr lang="en-US" dirty="0" smtClean="0"/>
              <a:t>Releases </a:t>
            </a:r>
            <a:r>
              <a:rPr lang="en-US" dirty="0"/>
              <a:t>the allocated memory block back to the system. </a:t>
            </a:r>
            <a:endParaRPr lang="en-US" dirty="0" smtClean="0"/>
          </a:p>
          <a:p>
            <a:endParaRPr lang="en-US" dirty="0"/>
          </a:p>
          <a:p>
            <a:endParaRPr lang="en-GB" dirty="0" smtClean="0"/>
          </a:p>
          <a:p>
            <a:endParaRPr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7795"/>
            <a:ext cx="301686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130805"/>
            <a:ext cx="293670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:.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</a:t>
            </a:r>
            <a:r>
              <a:rPr lang="en-US" dirty="0" smtClean="0"/>
              <a:t> </a:t>
            </a:r>
            <a:r>
              <a:rPr lang="en-US" dirty="0"/>
              <a:t>Layout of a C </a:t>
            </a:r>
            <a:r>
              <a:rPr lang="en-US" dirty="0" smtClean="0"/>
              <a:t>Program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96" y="2316700"/>
            <a:ext cx="5258534" cy="3667637"/>
          </a:xfrm>
        </p:spPr>
      </p:pic>
    </p:spTree>
    <p:extLst>
      <p:ext uri="{BB962C8B-B14F-4D97-AF65-F5344CB8AC3E}">
        <p14:creationId xmlns:p14="http://schemas.microsoft.com/office/powerpoint/2010/main" val="83448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memory management</a:t>
            </a:r>
          </a:p>
          <a:p>
            <a:r>
              <a:t>Handled by JVM using Garbage Collection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memory leaks</a:t>
            </a:r>
          </a:p>
          <a:p>
            <a:r>
              <a:t>Improves safety</a:t>
            </a:r>
          </a:p>
          <a:p>
            <a:r>
              <a:t>Reduces programmer effort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2" y="1184564"/>
            <a:ext cx="2978727" cy="1711036"/>
          </a:xfrm>
        </p:spPr>
        <p:txBody>
          <a:bodyPr/>
          <a:lstStyle/>
          <a:p>
            <a:r>
              <a:rPr lang="en-US" sz="4400" dirty="0"/>
              <a:t>Garbage </a:t>
            </a:r>
            <a:r>
              <a:rPr lang="en-US" sz="4400" dirty="0" smtClean="0"/>
              <a:t>Value: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1184564"/>
            <a:ext cx="5444835" cy="48352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9382" y="3124201"/>
            <a:ext cx="2836011" cy="2895599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/>
              <a:t>garbage value</a:t>
            </a:r>
            <a:r>
              <a:rPr lang="en-US" sz="2400" dirty="0"/>
              <a:t> is a </a:t>
            </a:r>
            <a:r>
              <a:rPr lang="en-US" sz="2400" b="1" dirty="0"/>
              <a:t>random or unknown value</a:t>
            </a:r>
            <a:r>
              <a:rPr lang="en-US" sz="2400" dirty="0"/>
              <a:t> stored in a variable when it is </a:t>
            </a:r>
            <a:r>
              <a:rPr lang="en-US" sz="2400" b="1" dirty="0"/>
              <a:t>not initialized</a:t>
            </a:r>
            <a:r>
              <a:rPr lang="en-US" sz="2400" dirty="0"/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814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Stack Memory</a:t>
            </a:r>
          </a:p>
          <a:p>
            <a:r>
              <a:t>2. Heap Memory</a:t>
            </a:r>
          </a:p>
          <a:p>
            <a:r>
              <a:t>3. Method Area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= Control + Responsibility</a:t>
            </a:r>
          </a:p>
          <a:p>
            <a:r>
              <a:t>Java = Automation + Safety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349</TotalTime>
  <Words>295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Century Gothic</vt:lpstr>
      <vt:lpstr>Google Sans</vt:lpstr>
      <vt:lpstr>Wingdings 3</vt:lpstr>
      <vt:lpstr>Ion</vt:lpstr>
      <vt:lpstr>Memory Management optimization strategies</vt:lpstr>
      <vt:lpstr>Introduction</vt:lpstr>
      <vt:lpstr> What is Memory Optimization  </vt:lpstr>
      <vt:lpstr>Memory Management in C</vt:lpstr>
      <vt:lpstr>Types of memory in C</vt:lpstr>
      <vt:lpstr>Functions in C</vt:lpstr>
      <vt:lpstr>Memory  Layout of a C Program </vt:lpstr>
      <vt:lpstr>Memory Management in Java</vt:lpstr>
      <vt:lpstr>Why Use Memory Management in Java</vt:lpstr>
      <vt:lpstr>Garbage Value:</vt:lpstr>
      <vt:lpstr>Types in Java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C vs Java</dc:title>
  <dc:subject/>
  <dc:creator>DELL</dc:creator>
  <cp:keywords/>
  <dc:description>generated using python-pptx</dc:description>
  <cp:lastModifiedBy>CSA</cp:lastModifiedBy>
  <cp:revision>16</cp:revision>
  <dcterms:created xsi:type="dcterms:W3CDTF">2013-01-27T09:14:16Z</dcterms:created>
  <dcterms:modified xsi:type="dcterms:W3CDTF">2026-04-10T11:09:33Z</dcterms:modified>
  <cp:category/>
</cp:coreProperties>
</file>