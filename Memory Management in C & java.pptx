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704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1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6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8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8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5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8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1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24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1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6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9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73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in C vs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comparison</a:t>
            </a:r>
          </a:p>
          <a:p>
            <a:r>
              <a:t>For paper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</a:t>
            </a:r>
            <a:r>
              <a:rPr lang="en-GB" dirty="0"/>
              <a:t>MU is a hardware component inside the CPU.</a:t>
            </a:r>
          </a:p>
          <a:p>
            <a:pPr marL="0" indent="0">
              <a:buNone/>
            </a:pPr>
            <a:endParaRPr dirty="0"/>
          </a:p>
          <a:p>
            <a:r>
              <a:rPr lang="en-GB" dirty="0"/>
              <a:t>It converts virtual addresses to physical addresses</a:t>
            </a:r>
            <a:r>
              <a:rPr dirty="0"/>
              <a:t>.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Stores data and instructions.</a:t>
            </a:r>
          </a:p>
          <a:p>
            <a:endParaRPr lang="en-GB" dirty="0"/>
          </a:p>
          <a:p>
            <a:r>
              <a:rPr lang="en-GB" dirty="0"/>
              <a:t>Managed by OS and programming languages.</a:t>
            </a:r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Management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memory management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Dynamic allocation functions.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Free function.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Programmer controls allocation and deallocation.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Memory Management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memory use</a:t>
            </a:r>
          </a:p>
          <a:p>
            <a:r>
              <a:t>Supports dynamic data</a:t>
            </a:r>
          </a:p>
          <a:p>
            <a:r>
              <a:t>Improves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Static Allocation</a:t>
            </a:r>
          </a:p>
          <a:p>
            <a:r>
              <a:t>2. Dynamic Allocation (Heap)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malloc()</a:t>
            </a:r>
            <a:r>
              <a:rPr lang="en-GB" dirty="0"/>
              <a:t>.</a:t>
            </a:r>
          </a:p>
          <a:p>
            <a:r>
              <a:rPr dirty="0"/>
              <a:t> calloc()</a:t>
            </a:r>
            <a:r>
              <a:rPr lang="en-GB" dirty="0"/>
              <a:t>.</a:t>
            </a:r>
          </a:p>
          <a:p>
            <a:r>
              <a:rPr dirty="0"/>
              <a:t> realloc()</a:t>
            </a:r>
            <a:r>
              <a:rPr lang="en-GB" dirty="0"/>
              <a:t>.</a:t>
            </a:r>
          </a:p>
          <a:p>
            <a:r>
              <a:rPr dirty="0"/>
              <a:t> free()</a:t>
            </a:r>
            <a:r>
              <a:rPr lang="en-GB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memory management</a:t>
            </a:r>
          </a:p>
          <a:p>
            <a:r>
              <a:t>Handled by JVM using Garbage Collection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memory leaks</a:t>
            </a:r>
          </a:p>
          <a:p>
            <a:r>
              <a:t>Improves safety</a:t>
            </a:r>
          </a:p>
          <a:p>
            <a:r>
              <a:t>Reduces programmer effort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Stack Memory</a:t>
            </a:r>
          </a:p>
          <a:p>
            <a:r>
              <a:t>2. Heap Memory</a:t>
            </a:r>
          </a:p>
          <a:p>
            <a:r>
              <a:t>3. Method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= Control + Responsibility</a:t>
            </a:r>
          </a:p>
          <a:p>
            <a:r>
              <a:t>Java = Automation + Safety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</TotalTime>
  <Words>163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Memory Management in C vs Java</vt:lpstr>
      <vt:lpstr>Introduction</vt:lpstr>
      <vt:lpstr>Memory Management in C</vt:lpstr>
      <vt:lpstr>Why Use Memory Management in C</vt:lpstr>
      <vt:lpstr>Types in C</vt:lpstr>
      <vt:lpstr>Functions in C</vt:lpstr>
      <vt:lpstr>Memory Management in Java</vt:lpstr>
      <vt:lpstr>Why Use Memory Management in Java</vt:lpstr>
      <vt:lpstr>Types in Java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2026-04-09T17:34:19Z</dcterms:modified>
  <cp:category/>
</cp:coreProperties>
</file>